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오프라인 급여계산 검증 프로그램 소개. 주요 기능 5가지와 현재 개발 단계(로직 완료 / 오류 안정화 진행 중 / 8월 급여부터 실제 검증 테스트 예정)를 반페이지 장표로 정리.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 급여계산 검증 프로그램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연봉·발령·휴가 데이터로 각 직원의 세전 급여를 자동 재계산하고, 급여대장과 대조해 불일치·오류를 찾아내는 사내 오프라인 검증 도구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251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310896" cy="310896"/>
          </a:xfrm>
          <a:prstGeom prst="ellipse">
            <a:avLst/>
          </a:prstGeom>
          <a:solidFill>
            <a:srgbClr val="1E3A6B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4128" y="202996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세전 급여 자동 재계산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2322576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연봉÷12·30일 일할·소급·최저임금 보전까지 규정대로 산출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825496"/>
            <a:ext cx="310896" cy="310896"/>
          </a:xfrm>
          <a:prstGeom prst="ellipse">
            <a:avLst/>
          </a:prstGeom>
          <a:solidFill>
            <a:srgbClr val="1E3A6B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825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24128" y="275234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급여대장 자동 대조·검증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24128" y="3044952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항목별 계산 vs 대장 비교 → 불일치·과소지급 자동 검출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547872"/>
            <a:ext cx="310896" cy="310896"/>
          </a:xfrm>
          <a:prstGeom prst="ellipse">
            <a:avLst/>
          </a:prstGeom>
          <a:solidFill>
            <a:srgbClr val="1E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24128" y="34747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특수 케이스 반영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3767328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출산휴가(유급 60/75일)·육아기 단축·의병휴직·직책수당 등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270248"/>
            <a:ext cx="310896" cy="310896"/>
          </a:xfrm>
          <a:prstGeom prst="ellipse">
            <a:avLst/>
          </a:prstGeom>
          <a:solidFill>
            <a:srgbClr val="1E3A6B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4270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24128" y="419709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오프라인 동작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4489704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설치·서버 불필요, 데이터 외부 전송 없음 — 사내 보안 준수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992624"/>
            <a:ext cx="310896" cy="310896"/>
          </a:xfrm>
          <a:prstGeom prst="ellipse">
            <a:avLst/>
          </a:prstGeom>
          <a:solidFill>
            <a:srgbClr val="1E3A6B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4992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24128" y="491947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기준값 수기 수정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4128" y="5212080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최저임금·지급일 등 규칙 변경 시 코드 없이 담당자가 직접 수정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452360" y="1627632"/>
            <a:ext cx="4187952" cy="4114800"/>
          </a:xfrm>
          <a:prstGeom prst="roundRect">
            <a:avLst>
              <a:gd name="adj" fmla="val 2667"/>
            </a:avLst>
          </a:prstGeom>
          <a:solidFill>
            <a:srgbClr val="F4F7FB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44968" y="1828800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251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개발 단계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900416" y="2688336"/>
            <a:ext cx="0" cy="804672"/>
          </a:xfrm>
          <a:prstGeom prst="line">
            <a:avLst/>
          </a:prstGeom>
          <a:noFill/>
          <a:ln w="19050">
            <a:solidFill>
              <a:srgbClr val="DC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2377440"/>
            <a:ext cx="274320" cy="274320"/>
          </a:xfrm>
          <a:prstGeom prst="ellipse">
            <a:avLst/>
          </a:prstGeom>
          <a:solidFill>
            <a:srgbClr val="E4F1EB"/>
          </a:solidFill>
          <a:ln w="25400">
            <a:solidFill>
              <a:srgbClr val="2F7D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63256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38744" y="230428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로직 개발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238744" y="2615184"/>
            <a:ext cx="502920" cy="246888"/>
          </a:xfrm>
          <a:prstGeom prst="roundRect">
            <a:avLst>
              <a:gd name="adj" fmla="val 50000"/>
            </a:avLst>
          </a:prstGeom>
          <a:solidFill>
            <a:srgbClr val="E4F1EB"/>
          </a:solidFill>
          <a:ln/>
        </p:spPr>
      </p:sp>
      <p:sp>
        <p:nvSpPr>
          <p:cNvPr id="32" name="Text 30"/>
          <p:cNvSpPr/>
          <p:nvPr/>
        </p:nvSpPr>
        <p:spPr>
          <a:xfrm>
            <a:off x="8238744" y="2615184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7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38744" y="290779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급여 계산·검증 로직 자체는 구현 완료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7900416" y="3822192"/>
            <a:ext cx="0" cy="804672"/>
          </a:xfrm>
          <a:prstGeom prst="line">
            <a:avLst/>
          </a:prstGeom>
          <a:noFill/>
          <a:ln w="19050">
            <a:solidFill>
              <a:srgbClr val="DCE2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63256" y="3511296"/>
            <a:ext cx="274320" cy="274320"/>
          </a:xfrm>
          <a:prstGeom prst="ellipse">
            <a:avLst/>
          </a:prstGeom>
          <a:solidFill>
            <a:srgbClr val="FAEFD8"/>
          </a:solidFill>
          <a:ln w="25400">
            <a:solidFill>
              <a:srgbClr val="B57E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63256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7E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38744" y="343814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수정 · 안정화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238744" y="37490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FAEFD8"/>
          </a:solidFill>
          <a:ln/>
        </p:spPr>
      </p:sp>
      <p:sp>
        <p:nvSpPr>
          <p:cNvPr id="39" name="Text 37"/>
          <p:cNvSpPr/>
          <p:nvPr/>
        </p:nvSpPr>
        <p:spPr>
          <a:xfrm>
            <a:off x="8238744" y="3749040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7E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38744" y="404164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데이터로 예외·오류 케이스 정밀 보정 중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7763256" y="4645152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A93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38744" y="457200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검증 테스트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8238744" y="4882896"/>
            <a:ext cx="1490472" cy="246888"/>
          </a:xfrm>
          <a:prstGeom prst="roundRect">
            <a:avLst>
              <a:gd name="adj" fmla="val 50000"/>
            </a:avLst>
          </a:prstGeom>
          <a:solidFill>
            <a:srgbClr val="ECEEF3"/>
          </a:solidFill>
          <a:ln/>
        </p:spPr>
      </p:sp>
      <p:sp>
        <p:nvSpPr>
          <p:cNvPr id="44" name="Text 42"/>
          <p:cNvSpPr/>
          <p:nvPr/>
        </p:nvSpPr>
        <p:spPr>
          <a:xfrm>
            <a:off x="8238744" y="4882896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급여부터 예정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238744" y="517550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급여대장 대상으로 실검증 시범 운영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1340968" y="6053328"/>
            <a:ext cx="9509760" cy="512064"/>
          </a:xfrm>
          <a:prstGeom prst="roundRect">
            <a:avLst>
              <a:gd name="adj" fmla="val 50000"/>
            </a:avLst>
          </a:prstGeom>
          <a:solidFill>
            <a:srgbClr val="EAF0F9"/>
          </a:solidFill>
          <a:ln/>
        </p:spPr>
      </p:sp>
      <p:sp>
        <p:nvSpPr>
          <p:cNvPr id="47" name="Text 45"/>
          <p:cNvSpPr/>
          <p:nvPr/>
        </p:nvSpPr>
        <p:spPr>
          <a:xfrm>
            <a:off x="1340968" y="605332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요약   </a:t>
            </a:r>
            <a:pPr algn="ctr" indent="0" marL="0">
              <a:buNone/>
            </a:pPr>
            <a:r>
              <a:rPr lang="en-US" sz="1250" dirty="0">
                <a:solidFill>
                  <a:srgbClr val="2251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로직 완성  →  오류 안정화 중  →  8월 급여부터 실제 검증 테스트 진행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2026-08-10T04:03:50Z</dcterms:created>
  <dcterms:modified xsi:type="dcterms:W3CDTF">2026-08-10T04:03:50Z</dcterms:modified>
</cp:coreProperties>
</file>